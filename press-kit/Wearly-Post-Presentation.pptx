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C1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EVIDENCE-INFORMED PERSONAL STYLING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Wearly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548640" cy="36576"/>
          </a:xfrm>
          <a:prstGeom prst="rect">
            <a:avLst/>
          </a:prstGeom>
          <a:solidFill>
            <a:srgbClr val="C17F5A"/>
          </a:solidFill>
          <a:ln w="12700">
            <a:solidFill>
              <a:srgbClr val="C17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383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body-positive, agent-shaped styling system.
</a:t>
            </a:r>
            <a:endParaRPr lang="en-US" sz="17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as a Streamlit app, an Intelligent Book, and a structured Knowledge Graph.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Eatedal Alfadhel</a:t>
            </a:r>
            <a:pPr algn="l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SEIS 666  ·  Digital Transformation with AI   ·   University of St. Thomas   · 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Outfit decisions cost time every morning.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74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24h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of friction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daily 3–4-minute decision.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86200" y="1920240"/>
            <a:ext cx="0" cy="237744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187452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chatbot can't reason about </a:t>
            </a:r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fit profile, 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</a:t>
            </a:r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</a:t>
            </a:r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items in </a:t>
            </a:r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closet, 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what </a:t>
            </a:r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 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skin tone reads best in. It can't see the gap before you stand in front of your closet.
</a:t>
            </a:r>
            <a:pPr algn="l" indent="0" marL="0">
              <a:lnSpc>
                <a:spcPts val="2200"/>
              </a:lnSpc>
              <a:buNone/>
            </a:pPr>
            <a:r>
              <a:rPr lang="en-US" sz="1400" b="1" i="1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Wearly is built around the gap. </a:t>
            </a:r>
            <a:pPr algn="l"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actual context first, then reasons against your wardrobe with cited styling rules.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Wearly  ·  SEIS 666  ·  Eatedal Alfadhel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POSITIONING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— not a chatbot.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prompt-response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across sessions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read calendar, weather, wardrobe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text only — no reasoning trail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reject-and-regenerate loop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2606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1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Wearly — the 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23774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Context-first stance — reads profile, calendar, weather, wardrobe before deciding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Seven-step reasoning loop with visible per-step trail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a named rule for every decision (&lt;pack&gt;#R&lt;N&gt;)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Reject-and-regenerate — learns from each rejection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across sessions — wear history, profile, wishlist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Wearly  ·  SEIS 666  ·  Eatedal Alfadhel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HOW THE AGENT THINKS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seven-step workflow.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653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profile</a:t>
            </a:r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fit profile · skin-tone palette · preferences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2128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context</a:t>
            </a:r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calendar event · weather snapshot · occasion tag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5968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wardrobe</a:t>
            </a:r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by occasion · weather band · rotation freshness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98094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outfit</a:t>
            </a:r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dress or top + bottom · accessories · shoes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3649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colors</a:t>
            </a:r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skin-tone palette · best / good / avoid tiers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856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749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fit + gaps</a:t>
            </a:r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silhouette rules · required pieces per occasion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69664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1330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reasoning</a:t>
            </a:r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cited rules · trade-offs · wardrobe-gap flags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writes a line to the reasoning trail the user can read.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Wearly  ·  SEIS 666  ·  Eatedal Alfadhel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DIFFERENTIATION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commitments the runtime enforces.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02920" cy="54864"/>
          </a:xfrm>
          <a:prstGeom prst="rect">
            <a:avLst/>
          </a:prstGeom>
          <a:solidFill>
            <a:srgbClr val="9F5A36"/>
          </a:solidFill>
          <a:ln w="12700">
            <a:solidFill>
              <a:srgbClr val="9F5A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47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Evidence-informed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traces to a verified source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rule packs cite Vasileva 2018, Han 2017, Itten's color theory, the McGuire body-shape framework, GDPR-aligned privacy guidance, and more. Citations live in rule_refs.py and the reasoning trail prints the slug on every line.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9272" y="1783080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1783080"/>
            <a:ext cx="502920" cy="54864"/>
          </a:xfrm>
          <a:prstGeom prst="rect">
            <a:avLst/>
          </a:prstGeom>
          <a:solidFill>
            <a:srgbClr val="9F5A36"/>
          </a:solidFill>
          <a:ln w="12700">
            <a:solidFill>
              <a:srgbClr val="9F5A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947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02152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Body-positive contract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502152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the prose layer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02152" y="30632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Wearly never names a 'flaw to hide.' Every fit-advice sentence reframes negative shape language as silhouette-emphasis language. Enforced by an integration test — not a stylistic guideline.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1783080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1783080"/>
            <a:ext cx="502920" cy="54864"/>
          </a:xfrm>
          <a:prstGeom prst="rect">
            <a:avLst/>
          </a:prstGeom>
          <a:solidFill>
            <a:srgbClr val="9F5A36"/>
          </a:solidFill>
          <a:ln w="12700">
            <a:solidFill>
              <a:srgbClr val="9F5A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1947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64224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Auditable by design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64224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lines cite named rules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64224" y="306324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 reviewer can trace to its citation. The Wearly Knowledge Graph (91 nodes / 187 typed edges) is the structured-knowledge substrate a future RAG or LLM shopping layer can query along its edges.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Wearly  ·  SEIS 666  ·  Eatedal Alfadhel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INTELLIGENT TEXTBOOK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Level-2 book built around the agent.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Wearly ships as a </a:t>
            </a:r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Level-2 intelligent textbook </a:t>
            </a:r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(McCreary's framework): a concept-graph-driven, MicroSim-equipped, evidence-citable companion to the running app.
</a:t>
            </a:r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chapter ends with a Bloom-tagged self-check and a glossary footer. The Wearly Knowledge Graph is queryable from the book and embedded in the app.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828800"/>
            <a:ext cx="1874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901952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852160" y="1947672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
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the agent end-to-end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03720" y="1828800"/>
            <a:ext cx="1874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901952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818120" y="1947672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refs
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color · fit · context · etc.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2761488"/>
            <a:ext cx="1874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8346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852160" y="288036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nodes
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Wearly Knowledge Graph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03720" y="2761488"/>
            <a:ext cx="1874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8346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818120" y="288036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edges
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× user × runtime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37760" y="3694176"/>
            <a:ext cx="1874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76732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852160" y="381304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MicroSims
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harmony · freshness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03720" y="3694176"/>
            <a:ext cx="1874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376732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818120" y="381304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ch.
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provenance &amp; sources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Wearly  ·  SEIS 666  ·  Eatedal Alfadhel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STRUCTURED KNOWLEDGE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Wearly Knowledge Graph.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6916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· one schema.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64408" y="18288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187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498848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edges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98848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· REQUIRES · USES_RULE · POWERS · …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71616" y="18288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7306056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06056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· user behavior · runtime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circles = signals the user produced more of. 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worn six times across three occasions grows. A color the closet keeps returning to grows. An occasion attended often grows. 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archetypes stay quiet so the user-behavior layer reads first.
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RAG-ready.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is typed — a future LLM shopping or explainer agent can traverse the graph along named edges rather than vector-searching free text.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Wearly  ·  SEIS 666  ·  Eatedal Alfadhel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it's built.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146304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1783080"/>
            <a:ext cx="6720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7830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 ·  6 main pages  ·  user-menu dropdown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03704"/>
            <a:ext cx="146304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037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2203704"/>
            <a:ext cx="6720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2203704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Seven-step run_agent() loop  ·  reject-and-regenerate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1463040" cy="384048"/>
          </a:xfrm>
          <a:prstGeom prst="rect">
            <a:avLst/>
          </a:prstGeom>
          <a:solidFill>
            <a:srgbClr val="9F5A36"/>
          </a:solidFill>
          <a:ln w="12700">
            <a:solidFill>
              <a:srgbClr val="9F5A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24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65960" y="2624328"/>
            <a:ext cx="6720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62432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 ·  calendar  ·  color  ·  fit  ·  wardrobe  ·  history  ·  shopping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044952"/>
            <a:ext cx="146304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449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65960" y="3044952"/>
            <a:ext cx="6720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304495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rule packs (Claude Skill spec)  ·  every decision cited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465576"/>
            <a:ext cx="146304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655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65960" y="3465576"/>
            <a:ext cx="6720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346557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Wearly Knowledge Graph  ·  vis-network.js  ·  91 nodes / 187 edges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146304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86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65960" y="3886200"/>
            <a:ext cx="6720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38862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JSON on device  ·  no cloud account  ·  opt-in user overlay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1947672" cy="292608"/>
          </a:xfrm>
          <a:prstGeom prst="rect">
            <a:avLst/>
          </a:prstGeom>
          <a:solidFill>
            <a:srgbClr val="F5F1E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348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393 tests passing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96312" y="4434840"/>
            <a:ext cx="1947672" cy="292608"/>
          </a:xfrm>
          <a:prstGeom prst="rect">
            <a:avLst/>
          </a:prstGeom>
          <a:solidFill>
            <a:srgbClr val="F5F1E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96312" y="44348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mkdocs strict build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35424" y="4434840"/>
            <a:ext cx="1947672" cy="292608"/>
          </a:xfrm>
          <a:prstGeom prst="rect">
            <a:avLst/>
          </a:prstGeom>
          <a:solidFill>
            <a:srgbClr val="F5F1E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35424" y="44348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Streamlit Cloud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74536" y="4434840"/>
            <a:ext cx="1947672" cy="292608"/>
          </a:xfrm>
          <a:prstGeom prst="rect">
            <a:avLst/>
          </a:prstGeom>
          <a:solidFill>
            <a:srgbClr val="F5F1E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74536" y="44348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via GitHub Pages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Wearly  ·  SEIS 666  ·  Eatedal Alfadhel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C1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WEARLY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live.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36576"/>
          </a:xfrm>
          <a:prstGeom prst="rect">
            <a:avLst/>
          </a:prstGeom>
          <a:solidFill>
            <a:srgbClr val="C17F5A"/>
          </a:solidFill>
          <a:ln w="12700">
            <a:solidFill>
              <a:srgbClr val="C17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8046720" cy="676656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1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styling-agent-64jigzmqms4v7f9ugou8bv.streamlit.app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runs end-to-end.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8046720" cy="676656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1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Book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2186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eatedalsf.github.io/styling-agent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38328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chapters · 8 styling refs · Knowledge Graph.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676656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1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9502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github.com/eatedalsf/styling-agent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1148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· 393 tests · Claude Skill spec.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Eatedal Alfadhel  ·  SEIS 666  ·  University of St. Thomas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University of St. Thomas · SEIS 666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Wearly — Evidence-informed personal styling agent</dc:title>
  <dc:subject>PptxGenJS Presentation</dc:subject>
  <dc:creator>Eatedal Alfadhel</dc:creator>
  <cp:lastModifiedBy>Eatedal Alfadhel</cp:lastModifiedBy>
  <cp:revision>1</cp:revision>
  <dcterms:created xsi:type="dcterms:W3CDTF">2026-05-17T20:10:14Z</dcterms:created>
  <dcterms:modified xsi:type="dcterms:W3CDTF">2026-05-17T20:10:14Z</dcterms:modified>
</cp:coreProperties>
</file>